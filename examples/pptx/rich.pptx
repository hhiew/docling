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</p:sldIdLst>
  <p:sldSz cx="1000" cy="800"/>
</p:presentation>
</file>

<file path=ppt/_rels/presentation.xml.rels><Relationships xmlns="http://schemas.openxmlformats.org/package/2006/relationships"><Relationship Id="rId1" Type="http://schemas.openxmlformats.org/officeDocument/2006/relationships/slide" Target="slides/slide1.xml"/></Relationships>
</file>

<file path=ppt/charts/_rels/chart1.xml.rels><Relationships xmlns="http://schemas.openxmlformats.org/package/2006/relationships"><Relationship Id="rIdWorkbook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>
  <c:chart>
    <c:plotArea>
      <c:barChart>
        <c:ser>
          <c:tx>
            <c:strRef>
              <c:f>Sheet1!$B$1</c:f>
            </c:strRef>
          </c:tx>
          <c:cat>
            <c:strRef>
              <c:f>Sheet1!$A$2:$A$3</c:f>
            </c:strRef>
          </c:cat>
          <c:val>
            <c:numRef>
              <c:f>Sheet1!$B$2:$B$3</c:f>
            </c:numRef>
          </c:val>
        </c:ser>
      </c:barChart>
    </c:plotArea>
  </c:chart>
</c:chartSpace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idx="1">
    <p:pos x="230" y="310"/>
    <p:text>请核对此处</p:text>
  </p:cm>
</p:cmLst>
</file>

<file path=ppt/slideLayouts/_rels/slideLayout1.xml.rels><Relationships xmlns="http://schemas.openxmlformats.org/package/2006/relationships"><Relationship Id="rIdMaster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Body"/>
          <p:cNvSpPr/>
          <p:nvPr>
            <p:ph type="body" idx="5"/>
          </p:nvPr>
        </p:nvSpPr>
        <p:spPr>
          <a:xfrm>
            <a:off x="20" y="100"/>
            <a:ext cx="180" cy="80"/>
          </a:xfrm>
        </p:spPr>
        <p:txBody>
          <a:bodyPr/>
          <a:p/>
        </p:txBody>
      </p:sp>
    </p:spTree>
  </p:cSld>
</p:sldLayout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txStyles>
    <p:bodyStyle>
      <a:lvl1pPr>
        <a:buChar char="•"/>
      </a:lvl1pPr>
    </p:bodyStyle>
  </p:txStyles>
</p:sldMaster>
</file>

<file path=ppt/slides/_rels/slide1.xml.rels><Relationships xmlns="http://schemas.openxmlformats.org/package/2006/relationships">
<Relationship Id="rIdLayout" Type="http://schemas.openxmlformats.org/officeDocument/2006/relationships/slideLayout" Target="../slideLayouts/slideLayout1.xml"/>
<Relationship Id="rIdComments" Type="http://schemas.openxmlformats.org/officeDocument/2006/relationships/comments" Target="../comments/comment1.xml"/>
<Relationship Id="rIdChart" Type="http://schemas.openxmlformats.org/officeDocument/2006/relationships/chart" Target="../charts/char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sp>
        <p:nvSpPr>
          <p:cNvPr id="2" name="Body"/>
          <p:cNvSpPr/>
          <p:nvPr>
            <p:ph idx="5"/>
          </p:nvPr>
        </p:nvSpPr>
        <p:spPr/>
        <p:txBody>
          <a:bodyPr/>
          <a:p>
            <a:r>
              <a:t>继承的项目</a:t>
            </a:r>
          </a:p>
        </p:txBody>
      </p:sp>
      <p:sp>
        <p:nvSpPr>
          <p:cNvPr id="3" name="Outside"/>
          <p:cNvSpPr/>
          <p:nvPr/>
        </p:nvSpPr>
        <p:spPr>
          <a:xfrm>
            <a:off x="220" y="300"/>
            <a:ext cx="80" cy="30"/>
          </a:xfrm>
        </p:spPr>
        <p:txBody>
          <a:bodyPr/>
          <a:p>
            <a:r>
              <a:t>外部形状</a:t>
            </a:r>
          </a:p>
        </p:txBody>
      </p:sp>
      <p:grpSp>
        <p:nvGrpSpPr/>
        <p:grpSpPr>
          <a:xfrm>
            <a:off x="300" y="200"/>
            <a:ext cx="400" cy="200"/>
            <a:chOff x="0" y="0"/>
            <a:chExt cx="200" cy="100"/>
          </a:xfrm>
        </p:grpSpPr>
        <p:sp>
          <p:nvSpPr>
            <p:cNvPr id="4" name="Right"/>
            <p:cNvSpPr/>
            <p:nvPr/>
          </p:nvSpPr>
          <p:spPr>
            <a:xfrm>
              <a:off x="100" y="50"/>
              <a:ext cx="40" cy="20"/>
            </a:xfrm>
          </p:spPr>
          <p:txBody>
            <a:bodyPr/>
            <a:p>
              <a:r>
                <a:t>组合右</a:t>
              </a:r>
            </a:p>
          </p:txBody>
        </p:sp>
        <p:sp>
          <p:nvSpPr>
            <p:cNvPr id="5" name="Left"/>
            <p:cNvSpPr/>
            <p:nvPr/>
          </p:nvSpPr>
          <p:spPr>
            <a:xfrm>
              <a:off x="0" y="50"/>
              <a:ext cx="40" cy="20"/>
            </a:xfrm>
          </p:spPr>
          <p:txBody>
            <a:bodyPr/>
            <a:p>
              <a:r>
                <a:t>组合左</a:t>
              </a:r>
            </a:p>
          </p:txBody>
        </p:sp>
      </p:grpSp>
      <p:graphicFrame>
        <p:nvGraphicFramePr/>
        <p:xfrm>
          <a:off x="10" y="700"/>
          <a:ext cx="100" cy="50"/>
        </p:xfrm>
        <a:graphic>
          <a:graphicData>
            <c:chart xmlns:c="http://schemas.openxmlformats.org/drawingml/2006/chart" r:id="rIdChart"/>
          </a:graphicData>
        </a:graphic>
      </p:graphicFrame>
    </p:spTree>
  </p:cSld>
</p:sld>
</file>