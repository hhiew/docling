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0"/>
  </p:sldMasterIdLst>
  <p:sldIdLst>
    <p:sldId id="256" r:id="rId1"/>
    <p:sldId id="257" r:id="rId2"/>
  </p:sldIdLst>
  <p:sldSz cx="9144000" cy="6858000"/>
</p:presentation>
</file>

<file path=ppt/_rels/presentation.xml.rels><?xml version="1.0" encoding="UTF-8" standalone="yes"?>
<Relationships xmlns="http://schemas.openxmlformats.org/package/2006/relationships">
<Relationship Id="rId100" Type="http://schemas.openxmlformats.org/officeDocument/2006/relationships/slideMaster" Target="slideMasters/slideMaster1.xml"/>
<Relationship Id="rId1" Type="http://schemas.openxmlformats.org/officeDocument/2006/relationships/slide" Target="slides/slide1.xml"/>
<Relationship Id="rId2" Type="http://schemas.openxmlformats.org/officeDocument/2006/relationships/slide" Target="slides/slide2.xml"/>
</Relationships>
</file>

<file path=ppt/charts/chart1.xml><?xml version="1.0" encoding="utf-8"?>
<chartSpace xmlns="http://schemas.openxmlformats.org/drawingml/2006/chart" xmlns:a="http://schemas.openxmlformats.org/drawingml/2006/main">
  <date1904 val="0"/>
  <lang val="en-US"/>
  <roundedCorners val="0"/>
  <chart>
    <view3D>
      <rotX val="0"/>
      <rotY val="0"/>
      <rAngAx val="0"/>
      <perspective val="0"/>
    </view3D>
    <floor>
      <thickness val="0"/>
    </floor>
    <sideWall>
      <thickness val="0"/>
    </sideWall>
    <backWall>
      <thickness val="0"/>
    </backWall>
    <plotArea>
      <barChart>
        <barDir val="col"/>
        <grouping val="clustered"/>
        <varyColors val="1"/>
        <ser>
          <idx val="0"/>
          <order val="0"/>
          <tx>
            <strRef>
              <f>Sheet1!$B$1</f>
              <strCache>
                <ptCount val="1"/>
                <pt idx="0">
                  <v>销量</v>
                </pt>
              </strCache>
            </strRef>
          </tx>
          <dLbls>
            <spPr/>
            <txPr>
              <a:bodyPr anchorCtr="false" rot="0" spcFirstLastPara="false"/>
              <a:p>
                <a:pPr>
                  <a:defRPr b="false" baseline="0" i="false" kern="0" spc="0"/>
                </a:pPr>
              </a:p>
            </txPr>
            <showLegendKey val="0"/>
            <showVal val="0"/>
            <showCatName val="0"/>
            <showSerName val="0"/>
            <showPercent val="0"/>
            <showBubbleSize val="0"/>
            <showLeaderLines val="0"/>
          </dLbls>
          <invertIfNegative val="0"/>
          <cat>
            <strRef>
              <f>Sheet1!$A$2:$A$3</f>
              <strCache>
                <ptCount val="2"/>
                <pt idx="0">
                  <v>1月</v>
                </pt>
                <pt idx="1">
                  <v>2月</v>
                </pt>
              </strCache>
            </strRef>
          </cat>
          <val>
            <numRef>
              <f>Sheet1!$B$2:$B$3</f>
              <numCache>
                <formatCode>General</formatCode>
                <ptCount val="2"/>
                <pt idx="0">
                  <v>120</v>
                </pt>
                <pt idx="1">
                  <v>186</v>
                </pt>
              </numCache>
              <numCache>
                <formatCode/>
              </numCache>
            </numRef>
          </val>
          <smooth val="0"/>
        </ser>
        <dLbls>
          <showLegendKey val="0"/>
          <showVal val="0"/>
          <showCatName val="0"/>
          <showSerName val="0"/>
          <showPercent val="0"/>
          <showBubbleSize val="0"/>
          <showLeaderLines val="0"/>
        </dLbls>
        <axId val="100000000"/>
        <axId val="100000001"/>
      </barChart>
      <catAx>
        <axId val="100000000"/>
        <scaling>
          <orientation val="minMax"/>
        </scaling>
        <delete val="0"/>
        <axPos val="b"/>
        <numFmt formatCode="General" sourceLinked="false"/>
        <majorTickMark val="none"/>
        <minorTickMark val="none"/>
        <tickLblPos val="nextTo"/>
        <spPr>
          <a:ln algn="ctr" cap="flat" cmpd="sng" w="9525">
            <a:solidFill>
              <a:schemeClr val="tx1">
                <a:lumMod val="15000"/>
                <a:lumOff val="85000"/>
              </a:schemeClr>
            </a:solidFill>
          </a:ln>
        </spPr>
        <txPr>
          <a:bodyPr anchor="ctr" anchorCtr="true" rot="0" spcFirstLastPara="true" vert="horz" vertOverflow="ellipsis" wrap="square"/>
          <a:p>
            <a:pPr>
              <a:defRPr b="false" baseline="0" i="false" kern="1200" spc="0" strike="noStrike" sz="900" u="none">
                <a:solidFill>
                  <a:schemeClr val="tx1">
                    <a:lumMod val="15000"/>
                    <a:lumOff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txPr>
        <crossAx val="100000001"/>
        <crosses val="autoZero"/>
        <auto val="1"/>
        <lblAlgn val="ctr"/>
        <lblOffset val="100"/>
        <noMultiLvlLbl val="0"/>
      </catAx>
      <valAx>
        <axId val="100000001"/>
        <scaling>
          <orientation val="minMax"/>
        </scaling>
        <delete val="0"/>
        <axPos val="l"/>
        <numFmt formatCode="General" sourceLinked="false"/>
        <majorTickMark val="none"/>
        <minorTickMark val="none"/>
        <tickLblPos val="nextTo"/>
        <spPr>
          <a:ln algn="ctr" cap="flat" cmpd="sng" w="9525">
            <a:solidFill>
              <a:schemeClr val="tx1">
                <a:lumMod val="15000"/>
                <a:lumOff val="85000"/>
              </a:schemeClr>
            </a:solidFill>
          </a:ln>
        </spPr>
        <txPr>
          <a:bodyPr anchor="ctr" anchorCtr="true" rot="0" spcFirstLastPara="true" vert="horz" vertOverflow="ellipsis" wrap="square"/>
          <a:p>
            <a:pPr>
              <a:defRPr b="false" baseline="0" i="false" kern="1200" spc="0" strike="noStrike" sz="900" u="none">
                <a:solidFill>
                  <a:schemeClr val="tx1">
                    <a:lumMod val="15000"/>
                    <a:lumOff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txPr>
        <crossAx val="100000000"/>
        <crosses val="autoZero"/>
        <crossBetween val="between"/>
      </valAx>
      <spPr/>
    </plotArea>
    <legend>
      <legendPos val="b"/>
      <overlay val="0"/>
    </legend>
    <plotVisOnly val="0"/>
    <dispBlanksAs val="gap"/>
    <showDLblsOverMax val="0"/>
  </chart>
  <spPr/>
  <printSettings>
    <pageMargins b="0.75" footer="0.3" header="0.3" l="0.7" r="0.7" t="0.7"/>
  </printSettings>
</chartSpace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2"/>
          <p:cNvSpPr/>
          <p:nvPr>
            <p:ph type="body" idx="1"/>
          </p:nvPr>
        </p:nvSpPr>
        <p:spPr>
          <a:xfrm>
            <a:off x="0" y="0"/>
            <a:ext cx="0" cy="0"/>
          </a:xfrm>
        </p:spPr>
        <p:txBody>
          <a:bodyPr/>
          <a:p>
            <a:r>
              <a:t>这是备注内容</a:t>
            </a:r>
          </a:p>
        </p:txBody>
      </p:sp>
    </p:spTree>
  </p:cSld>
</p:notes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Relationship Id="rIdChart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/>
          <p:nvPr>
            <p:ph type="title"/>
          </p:nvPr>
        </p:nvSpPr>
        <p:spPr>
          <a:xfrm>
            <a:off x="838200" y="1825625"/>
            <a:ext cx="7467600" cy="1325563"/>
          </a:xfrm>
        </p:spPr>
        <p:txBody>
          <a:bodyPr/>
          <a:p>
            <a:r>
              <a:t>演示文稿标题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0" y="3505420"/>
            <a:ext cx="3000000" cy="1500000"/>
          </a:xfrm>
        </p:spPr>
        <p:txBody>
          <a:bodyPr/>
          <a:p>
            <a:pPr lvl="0">
              <a:buChar char="•"/>
            </a:pPr>
            <a:r>
              <a:t>要点一</a:t>
            </a:r>
          </a:p>
          <a:p>
            <a:pPr lvl="1">
              <a:buChar char="•"/>
            </a:pPr>
            <a:r>
              <a:t>子要点</a:t>
            </a:r>
          </a:p>
          <a:p>
            <a:pPr lvl="0">
              <a:buChar char="•"/>
            </a:pPr>
            <a:r>
              <a:t>要点二</a:t>
            </a:r>
          </a:p>
          <a:p>
            <a:pPr>
              <a:buNone/>
            </a:pPr>
            <a:r>
              <a:t>普通段落文本</a:t>
            </a:r>
          </a:p>
          <a:p>
            <a:pPr>
              <a:buAutoNum type="arabicPeriod"/>
            </a:pPr>
            <a:r>
              <a:t>有序一</a:t>
            </a:r>
          </a:p>
          <a:p>
            <a:pPr>
              <a:buAutoNum type="arabicPeriod"/>
            </a:pPr>
            <a:r>
              <a:t>有序二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3500000"/>
            <a:ext cx="3000000" cy="1000000"/>
          </a:xfrm>
        </p:spPr>
        <p:txBody>
          <a:bodyPr/>
          <a:p>
            <a:r>
              <a:t>左侧文本</a:t>
            </a:r>
          </a:p>
        </p:txBody>
      </p:sp>
      <p:graphicFrame>
        <p:nvGraphicFramePr>
          <p:cNvPr id="5" name="Table 4"/>
          <p:cNvGraphicFramePr/>
          <p:nvPr/>
        </p:nvGraphicFramePr>
        <p:xfrm>
          <a:off x="838200" y="5000000"/>
          <a:ext cx="7467600" cy="1000000"/>
        </p:xfrm>
        <a:graphic>
          <a:graphicData uri="http://schemas.openxmlformats.org/drawingml/2006/table">
            <a:tbl>
              <a:tblPr firstRow="1"/>
              <a:tblGrid>
                <a:gridCol w="3733800"/>
                <a:gridCol w="3733800"/>
              </a:tblGrid>
              <a:tr h="500000">
                <a:tc>
                  <a:txBody>
                    <a:bodyPr/>
                    <a:p>
                      <a:r>
                        <a:t>表头A</a:t>
                      </a:r>
                    </a:p>
                  </a:txBody>
                  <a:tcPr/>
                </a:tc>
                <a:tc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500000">
                <a:tc gridSpan="2">
                  <a:txBody>
                    <a:bodyPr/>
                    <a:p>
                      <a:r>
                        <a:t>跨列内容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90" name="销量图表"/>
          <p:cNvGraphicFramePr/>
          <p:nvPr/>
        </p:nvGraphicFramePr>
        <p:xfrm>
          <a:off x="5486400" y="1825625"/>
          <a:ext cx="32004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Chart"/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</p:sld>
</file>