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00"/>
  </p:sldMasterIdLst>
  <p:sldIdLst>
    <p:sldId id="256" r:id="rId1"/>
    <p:sldId id="257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100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2"/>
          <p:cNvSpPr/>
          <p:nvPr>
            <p:ph type="body" idx="1"/>
          </p:nvPr>
        </p:nvSpPr>
        <p:spPr>
          <a:xfrm>
            <a:off x="0" y="0"/>
            <a:ext cx="0" cy="0"/>
          </a:xfrm>
        </p:spPr>
        <p:txBody>
          <a:bodyPr/>
          <a:p>
            <a:r>
              <a:t>这是备注内容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838200" y="1825625"/>
            <a:ext cx="7467600" cy="1325563"/>
          </a:xfrm>
        </p:spPr>
        <p:txBody>
          <a:bodyPr/>
          <a:p>
            <a:r>
              <a:t>演示文稿标题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0" y="3505420"/>
            <a:ext cx="3000000" cy="1500000"/>
          </a:xfrm>
        </p:spPr>
        <p:txBody>
          <a:bodyPr/>
          <a:p>
            <a:pPr lvl="0">
              <a:buChar char="•"/>
            </a:pPr>
            <a:r>
              <a:t>要点一</a:t>
            </a:r>
          </a:p>
          <a:p>
            <a:pPr lvl="1">
              <a:buChar char="•"/>
            </a:pPr>
            <a:r>
              <a:t>子要点</a:t>
            </a:r>
          </a:p>
          <a:p>
            <a:pPr lvl="0">
              <a:buChar char="•"/>
            </a:pPr>
            <a:r>
              <a:t>要点二</a:t>
            </a:r>
          </a:p>
          <a:p>
            <a:pPr>
              <a:buNone/>
            </a:pPr>
            <a:r>
              <a:t>普通段落文本</a:t>
            </a:r>
          </a:p>
          <a:p>
            <a:pPr>
              <a:buAutoNum type="arabicPeriod"/>
            </a:pPr>
            <a:r>
              <a:t>有序一</a:t>
            </a:r>
          </a:p>
          <a:p>
            <a:pPr>
              <a:buAutoNum type="arabicPeriod"/>
            </a:pPr>
            <a:r>
              <a:t>有序二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3500000"/>
            <a:ext cx="3000000" cy="1000000"/>
          </a:xfrm>
        </p:spPr>
        <p:txBody>
          <a:bodyPr/>
          <a:p>
            <a:r>
              <a:t>左侧文本</a:t>
            </a:r>
          </a:p>
        </p:txBody>
      </p:sp>
      <p:graphicFrame>
        <p:nvGraphicFramePr>
          <p:cNvPr id="5" name="Table 4"/>
          <p:cNvGraphicFramePr/>
          <p:nvPr/>
        </p:nvGraphicFramePr>
        <p:xfrm>
          <a:off x="838200" y="5000000"/>
          <a:ext cx="7467600" cy="1000000"/>
        </p:xfrm>
        <a:graphic>
          <a:graphicData uri="http://schemas.openxmlformats.org/drawingml/2006/table">
            <a:tbl>
              <a:tblPr firstRow="1"/>
              <a:tblGrid>
                <a:gridCol w="3733800"/>
                <a:gridCol w="3733800"/>
              </a:tblGrid>
              <a:tr h="500000">
                <a:tc>
                  <a:txBody>
                    <a:bodyPr/>
                    <a:p>
                      <a:r>
                        <a:t>表头A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r>
                        <a:t/>
                      </a:r>
                    </a:p>
                  </a:txBody>
                  <a:tcPr/>
                </a:tc>
              </a:tr>
              <a:tr h="500000">
                <a:tc gridSpan="2">
                  <a:txBody>
                    <a:bodyPr/>
                    <a:p>
                      <a:r>
                        <a:t>跨列内容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</p:sld>
</file>